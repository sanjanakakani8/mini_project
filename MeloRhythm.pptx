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0"/>
  </p:notesMasterIdLst>
  <p:handoutMasterIdLst>
    <p:handoutMasterId r:id="rId11"/>
  </p:handoutMasterIdLst>
  <p:sldIdLst>
    <p:sldId id="314" r:id="rId5"/>
    <p:sldId id="315" r:id="rId6"/>
    <p:sldId id="323" r:id="rId7"/>
    <p:sldId id="318" r:id="rId8"/>
    <p:sldId id="30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70FA20-C520-4051-8A0F-77CE10EA8633}" v="500" dt="2026-06-17T11:04:30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5" autoAdjust="0"/>
    <p:restoredTop sz="95388" autoAdjust="0"/>
  </p:normalViewPr>
  <p:slideViewPr>
    <p:cSldViewPr snapToGrid="0">
      <p:cViewPr varScale="1">
        <p:scale>
          <a:sx n="65" d="100"/>
          <a:sy n="65" d="100"/>
        </p:scale>
        <p:origin x="144" y="60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 black background with gold lines&#10;&#10;AI-generated content may be incorrect.">
            <a:extLst>
              <a:ext uri="{FF2B5EF4-FFF2-40B4-BE49-F238E27FC236}">
                <a16:creationId xmlns:a16="http://schemas.microsoft.com/office/drawing/2014/main" id="{BE0CFD89-DFF8-0A59-2393-1AF67A745B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rot="10800000" flipH="1"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2" y="1848465"/>
            <a:ext cx="10772074" cy="203417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8000" dirty="0">
                <a:solidFill>
                  <a:schemeClr val="tx1"/>
                </a:solidFill>
                <a:latin typeface="Times New Roman" panose="02020603050405020304" pitchFamily="18" charset="0"/>
                <a:ea typeface="Cascadia Mono ExtraLight" panose="020B0609020000020004" pitchFamily="49" charset="0"/>
                <a:cs typeface="Times New Roman" panose="02020603050405020304" pitchFamily="18" charset="0"/>
              </a:rPr>
              <a:t>M</a:t>
            </a:r>
            <a:r>
              <a:rPr lang="en-US" sz="6000" dirty="0">
                <a:solidFill>
                  <a:schemeClr val="tx1"/>
                </a:solidFill>
                <a:latin typeface="Times New Roman" panose="02020603050405020304" pitchFamily="18" charset="0"/>
                <a:ea typeface="Cascadia Mono ExtraLight" panose="020B0609020000020004" pitchFamily="49" charset="0"/>
                <a:cs typeface="Times New Roman" panose="02020603050405020304" pitchFamily="18" charset="0"/>
              </a:rPr>
              <a:t>ELO</a:t>
            </a:r>
            <a:r>
              <a:rPr lang="en-US" sz="8000" dirty="0">
                <a:solidFill>
                  <a:schemeClr val="tx1"/>
                </a:solidFill>
                <a:latin typeface="Times New Roman" panose="02020603050405020304" pitchFamily="18" charset="0"/>
                <a:ea typeface="Cascadia Mono ExtraLight" panose="020B0609020000020004" pitchFamily="49" charset="0"/>
                <a:cs typeface="Times New Roman" panose="02020603050405020304" pitchFamily="18" charset="0"/>
              </a:rPr>
              <a:t>R</a:t>
            </a:r>
            <a:r>
              <a:rPr lang="en-US" sz="6000" dirty="0">
                <a:solidFill>
                  <a:schemeClr val="tx1"/>
                </a:solidFill>
                <a:latin typeface="Times New Roman" panose="02020603050405020304" pitchFamily="18" charset="0"/>
                <a:ea typeface="Cascadia Mono ExtraLight" panose="020B0609020000020004" pitchFamily="49" charset="0"/>
                <a:cs typeface="Times New Roman" panose="02020603050405020304" pitchFamily="18" charset="0"/>
              </a:rPr>
              <a:t>HYTHM</a:t>
            </a:r>
            <a:br>
              <a:rPr lang="en-US" sz="4000" dirty="0">
                <a:latin typeface="Times New Roman" panose="02020603050405020304" pitchFamily="18" charset="0"/>
                <a:ea typeface="Cascadia Mono ExtraLight" panose="020B0609020000020004" pitchFamily="49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ea typeface="Cascadia Mono ExtraLight" panose="020B0609020000020004" pitchFamily="49" charset="0"/>
                <a:cs typeface="Times New Roman" panose="02020603050405020304" pitchFamily="18" charset="0"/>
              </a:rPr>
              <a:t>             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Cascadia Mono ExtraLight" panose="020B0609020000020004" pitchFamily="49" charset="0"/>
                <a:cs typeface="Times New Roman" panose="02020603050405020304" pitchFamily="18" charset="0"/>
              </a:rPr>
              <a:t>~ web-based MUSIC PLAYER APPLICATION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03E3F-5D8F-9DEF-CD70-F1B08D7F0C0C}"/>
              </a:ext>
            </a:extLst>
          </p:cNvPr>
          <p:cNvSpPr txBox="1"/>
          <p:nvPr/>
        </p:nvSpPr>
        <p:spPr>
          <a:xfrm>
            <a:off x="0" y="632799"/>
            <a:ext cx="68669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 PROJECT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2B6D1F-9AA5-DD91-01B8-65CF807703E3}"/>
              </a:ext>
            </a:extLst>
          </p:cNvPr>
          <p:cNvSpPr txBox="1"/>
          <p:nvPr/>
        </p:nvSpPr>
        <p:spPr>
          <a:xfrm>
            <a:off x="688260" y="4697235"/>
            <a:ext cx="52700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Name : K Sanjana</a:t>
            </a:r>
          </a:p>
          <a:p>
            <a:r>
              <a:rPr lang="en-US" sz="2000" dirty="0"/>
              <a:t>Roll no.: 23AK1A04C1</a:t>
            </a:r>
          </a:p>
          <a:p>
            <a:r>
              <a:rPr lang="en-US" sz="2000" dirty="0"/>
              <a:t>Department: ECE</a:t>
            </a:r>
          </a:p>
          <a:p>
            <a:r>
              <a:rPr lang="en-US" sz="2000" dirty="0"/>
              <a:t>Application Name: </a:t>
            </a:r>
            <a:r>
              <a:rPr lang="en-US" sz="2000" dirty="0" err="1"/>
              <a:t>MeloRhythm</a:t>
            </a:r>
            <a:endParaRPr lang="en-US" sz="2000" dirty="0"/>
          </a:p>
          <a:p>
            <a:endParaRPr lang="en-US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C2DB7AF-7F1E-53CF-FC93-5B8342D1501E}"/>
              </a:ext>
            </a:extLst>
          </p:cNvPr>
          <p:cNvSpPr txBox="1">
            <a:spLocks/>
          </p:cNvSpPr>
          <p:nvPr/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sz="1200" smtClean="0"/>
              <a:pPr/>
              <a:t>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15533"/>
            <a:ext cx="6292645" cy="179840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844800"/>
            <a:ext cx="6135329" cy="3128963"/>
          </a:xfrm>
        </p:spPr>
        <p:txBody>
          <a:bodyPr>
            <a:normAutofit/>
          </a:bodyPr>
          <a:lstStyle/>
          <a:p>
            <a:r>
              <a:rPr lang="en-US" dirty="0"/>
              <a:t>Traditional music players often lack personalization features and modern user interfaces. Users need a lightweight, web-based music player that allows easy music playback, playlist management, favorites, and an engaging listening experience without requiring complex installations or subscriptions.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3316" y="589935"/>
            <a:ext cx="5674360" cy="86524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1586-1388-197C-1294-83D4DD85293E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392129" y="2821858"/>
            <a:ext cx="8386916" cy="3572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noProof="1"/>
              <a:t>Developed the application using HTML, CSS, JavaScript, and Flask.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noProof="1"/>
              <a:t>Created a responsive user interface for music playback.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noProof="1"/>
              <a:t>Implemented Play, Pause, Next, Previous, Shuffle, and Repeat controls.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noProof="1"/>
              <a:t>Added Favorites and Recently Played features using LocalStorage.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noProof="1"/>
              <a:t>Developed a Playlist Management System for creating and organizing playlists.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noProof="1"/>
              <a:t>Designed a Mini Player and Fullscreen Player for better user experience.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noProof="1"/>
              <a:t>Added Dark Mode, album covers, and music visualizer effects.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631825" cy="295275"/>
          </a:xfrm>
        </p:spPr>
        <p:txBody>
          <a:bodyPr/>
          <a:lstStyle/>
          <a:p>
            <a:fld id="{B5CEABB6-07DC-46E8-9B57-56EC44A396E5}" type="slidenum">
              <a:rPr lang="en-US" sz="1200" smtClean="0"/>
              <a:pPr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cs typeface="Calibri"/>
              </a:rPr>
              <a:t>Successfully developed a fully functional web-based music player.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cs typeface="Calibri"/>
              </a:rPr>
              <a:t>Users can play, pause, skip, and manage songs easily.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cs typeface="Calibri"/>
              </a:rPr>
              <a:t>Playlists and favorites are stored locally and remain available after refresh.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cs typeface="Calibri"/>
              </a:rPr>
              <a:t>The application provides a modern and interactive user interface.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cs typeface="Calibri"/>
              </a:rPr>
              <a:t>Features such as mini player, </a:t>
            </a:r>
            <a:r>
              <a:rPr lang="en-US" dirty="0" err="1">
                <a:cs typeface="Calibri"/>
              </a:rPr>
              <a:t>fullscreen</a:t>
            </a:r>
            <a:r>
              <a:rPr lang="en-US" dirty="0">
                <a:cs typeface="Calibri"/>
              </a:rPr>
              <a:t> player, and visual effects improve usability.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cs typeface="Calibri"/>
              </a:rPr>
              <a:t>The system performs smoothly and meets the project objectives.</a:t>
            </a:r>
            <a:endParaRPr lang="en-US" sz="2000" cap="none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518" y="806245"/>
            <a:ext cx="5057104" cy="86604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3213" y="2556387"/>
            <a:ext cx="5889522" cy="2953325"/>
          </a:xfrm>
        </p:spPr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tx1"/>
                </a:solidFill>
              </a:rPr>
              <a:t>MeloRhythm</a:t>
            </a:r>
            <a:r>
              <a:rPr lang="en-US" dirty="0">
                <a:solidFill>
                  <a:schemeClr val="tx1"/>
                </a:solidFill>
              </a:rPr>
              <a:t> is a web-based music player developed using HTML, CSS, JavaScript, and Flask.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It provides features such as playlists, favorites, mini player, and </a:t>
            </a:r>
            <a:r>
              <a:rPr lang="en-US" dirty="0" err="1">
                <a:solidFill>
                  <a:schemeClr val="tx1"/>
                </a:solidFill>
              </a:rPr>
              <a:t>fullscreen</a:t>
            </a:r>
            <a:r>
              <a:rPr lang="en-US" dirty="0">
                <a:solidFill>
                  <a:schemeClr val="tx1"/>
                </a:solidFill>
              </a:rPr>
              <a:t> player.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The project successfully delivers a simple, interactive, and user-friendly music listening experience.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It demonstrates practical web development and UI design skills.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96C1D3-4B02-3617-28AD-C1DE24380601}"/>
              </a:ext>
            </a:extLst>
          </p:cNvPr>
          <p:cNvSpPr txBox="1">
            <a:spLocks/>
          </p:cNvSpPr>
          <p:nvPr/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sz="1200" smtClean="0"/>
              <a:pPr/>
              <a:t>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B53FD5-8F3E-4406-8404-9F78B5E637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68EFD9E-464D-4A64-8503-21EC02601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1554</TotalTime>
  <Words>291</Words>
  <Application>Microsoft Office PowerPoint</Application>
  <PresentationFormat>Widescreen</PresentationFormat>
  <Paragraphs>38</Paragraphs>
  <Slides>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Courier New</vt:lpstr>
      <vt:lpstr>Tenorite</vt:lpstr>
      <vt:lpstr>Times New Roman</vt:lpstr>
      <vt:lpstr>Custom</vt:lpstr>
      <vt:lpstr>MELORHYTHM               ~ web-based MUSIC PLAYER APPLICATION</vt:lpstr>
      <vt:lpstr>Problem statement</vt:lpstr>
      <vt:lpstr>methodology</vt:lpstr>
      <vt:lpstr>outcome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Sanjana Kakani</dc:creator>
  <cp:lastModifiedBy>Sanjana Kakani</cp:lastModifiedBy>
  <cp:revision>2</cp:revision>
  <dcterms:created xsi:type="dcterms:W3CDTF">2026-06-16T10:01:09Z</dcterms:created>
  <dcterms:modified xsi:type="dcterms:W3CDTF">2026-06-17T12:04:30Z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